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5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6AB8-B4F3-873A-4F95-2F6CC9F4C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C540C-D60E-DFA5-324A-71EF8E355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CC51B-510C-C47F-0E7B-0608F477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F9F6D-F70E-E183-10D4-7C0A900D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7AF24-F36D-F9EB-794E-843D636C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AB80-CC9B-D9CF-AE94-ACD13699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A9F7-522F-1089-F0CF-75B7A63FE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E7B5-E732-660D-81E1-0B074589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AED49-088E-2ECA-13D1-EA5CF3C2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D2DEB-96B3-9C32-4898-702D8C98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0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8E9B-1ED2-2618-598C-E348E593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F6CB5-9529-357E-D3B7-623555CB1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DEAC-395D-5167-174D-FE6831C7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56F9E-7959-63E4-0626-B631A846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A1655-6ED7-CE95-6F04-F2E6B349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0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13A2-F97A-EDCF-10FB-58725C8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3398-E552-EBA4-C9E6-7586E8EBB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0D9D0-F0F8-A5A9-8FE9-F7B8E8E4C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D2681-BF1D-86F8-E9CA-0E967731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31A7C-ED3F-EEBC-5D77-3F317CF1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03748-7CCF-6263-6A96-E2BDACB1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1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3F88-137C-39E6-A7FC-64DE7137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BA8ED-D633-4C1A-A91E-2D8FA03AC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E0A0B-C444-7A5C-4403-9BA82E873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9A10E-1064-265B-A791-52C9EBC76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81210-84E5-645D-A96A-7B0D9AD3C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70AB9-2B69-B672-D829-34395CA6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00541-C2C7-AB14-D8C6-79F6E1AB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3E5D1-3792-D71A-CE36-B5EA8661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4767-E438-62D8-574D-507FEC7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A02D0-E79A-BE8E-927E-31A4AE0B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A81E6-B81B-61BC-16AE-49514DC2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17C00-BFEA-73C1-A42B-F635D3A2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9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B0B835-E097-8BB8-4B2D-291F69C9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34E9E-C1C6-B96B-5DB7-F804B89E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59D2D-A951-F0CA-0E52-DB299E91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4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4E33-31D3-4CEC-3BFD-9DAC0A5D3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BBAA-AAFB-3D6B-9E93-A71B063B4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B44A6-4E36-01A3-CCC5-542AEB97C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64DBF-B16E-FFDB-EA89-61282A61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05399-EAC2-44EF-0C5B-F1EAC48A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04D40-AA3C-405A-F366-6E06E295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8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920-1A1B-BA76-5E94-9A5BCB16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9A6E3-C857-C44E-3FC9-E304A260B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7D774-2D1B-30CB-8337-E4C923F06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66787-B2AB-C5F4-49C6-9616B55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99C43-24DC-18BC-A4B8-AD92EF98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ADE10-6E15-9116-7ECA-9933E03E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9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9CE2-ABC2-A5A5-D036-9BB57720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3E8AE-DD6C-D095-526C-3044C50DD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538A6-AD0D-3A78-BCEE-75DAFD67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920DB-BFA2-9887-2582-579231C7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CE2F-EB02-FFA2-7FFE-7B4C639D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4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21D273-BD24-C726-47AC-BB6276135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6424D-B9D0-19E1-CE98-5E5FD2D6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0D1E5-643F-5C6F-57A1-17F37E3E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DDFC2-03C0-8256-83D6-3063A19E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83684-A308-526E-11F1-6FE02449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3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4B8D5-FE3C-8CCA-3803-7631FB98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64ABE-D3AA-86D6-14C1-9D0E0294E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F4259-DF87-7438-9930-23629192E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216B8-8E84-4CAC-8B59-3341EBFE1C2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FE34-CD51-D2A5-3F6E-B1023568F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58EA-723D-9E5C-C252-082385957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832C9-F740-42FC-AB6F-61EF0839F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3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121867-4CAB-03DD-2795-6F2ECEFEE732}"/>
              </a:ext>
            </a:extLst>
          </p:cNvPr>
          <p:cNvSpPr/>
          <p:nvPr/>
        </p:nvSpPr>
        <p:spPr>
          <a:xfrm>
            <a:off x="3898229" y="680642"/>
            <a:ext cx="4655647" cy="3437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64A73-B1AC-0014-37DB-3E8CAA80ABDC}"/>
              </a:ext>
            </a:extLst>
          </p:cNvPr>
          <p:cNvSpPr/>
          <p:nvPr/>
        </p:nvSpPr>
        <p:spPr>
          <a:xfrm>
            <a:off x="7178839" y="1411990"/>
            <a:ext cx="1375037" cy="7562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73E515-3FE2-C10C-5394-73D6678C4B23}"/>
              </a:ext>
            </a:extLst>
          </p:cNvPr>
          <p:cNvSpPr/>
          <p:nvPr/>
        </p:nvSpPr>
        <p:spPr>
          <a:xfrm>
            <a:off x="3898228" y="2548975"/>
            <a:ext cx="3015344" cy="7562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2725B-1EF5-2F5F-8E0F-AD701B1FD27C}"/>
              </a:ext>
            </a:extLst>
          </p:cNvPr>
          <p:cNvSpPr/>
          <p:nvPr/>
        </p:nvSpPr>
        <p:spPr>
          <a:xfrm>
            <a:off x="3898227" y="3496028"/>
            <a:ext cx="3015343" cy="7012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E4DD-8E11-A7AE-C2F7-D04F6D1CBFAC}"/>
              </a:ext>
            </a:extLst>
          </p:cNvPr>
          <p:cNvSpPr/>
          <p:nvPr/>
        </p:nvSpPr>
        <p:spPr>
          <a:xfrm>
            <a:off x="7178839" y="2548975"/>
            <a:ext cx="1375037" cy="7562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338310-3981-2C54-F260-2D61B1A0F2A6}"/>
              </a:ext>
            </a:extLst>
          </p:cNvPr>
          <p:cNvCxnSpPr>
            <a:cxnSpLocks/>
          </p:cNvCxnSpPr>
          <p:nvPr/>
        </p:nvCxnSpPr>
        <p:spPr>
          <a:xfrm>
            <a:off x="7866357" y="1023543"/>
            <a:ext cx="0" cy="3850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F5CF0F-0B9C-A2E4-7252-8D11ABC03B5D}"/>
              </a:ext>
            </a:extLst>
          </p:cNvPr>
          <p:cNvCxnSpPr>
            <a:cxnSpLocks/>
          </p:cNvCxnSpPr>
          <p:nvPr/>
        </p:nvCxnSpPr>
        <p:spPr>
          <a:xfrm>
            <a:off x="7861770" y="2163965"/>
            <a:ext cx="0" cy="3850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787035-59C6-C361-7404-15B81F6B225E}"/>
              </a:ext>
            </a:extLst>
          </p:cNvPr>
          <p:cNvCxnSpPr>
            <a:cxnSpLocks/>
          </p:cNvCxnSpPr>
          <p:nvPr/>
        </p:nvCxnSpPr>
        <p:spPr>
          <a:xfrm>
            <a:off x="4640748" y="1027841"/>
            <a:ext cx="0" cy="14870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F1F8D3-1614-F2A0-C3CC-CDAA8846C83D}"/>
              </a:ext>
            </a:extLst>
          </p:cNvPr>
          <p:cNvCxnSpPr>
            <a:cxnSpLocks/>
          </p:cNvCxnSpPr>
          <p:nvPr/>
        </p:nvCxnSpPr>
        <p:spPr>
          <a:xfrm flipV="1">
            <a:off x="6281052" y="1059065"/>
            <a:ext cx="0" cy="14558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F51CF84-8419-10EB-1B8B-832AB53BA43E}"/>
              </a:ext>
            </a:extLst>
          </p:cNvPr>
          <p:cNvSpPr/>
          <p:nvPr/>
        </p:nvSpPr>
        <p:spPr>
          <a:xfrm>
            <a:off x="5593534" y="1405116"/>
            <a:ext cx="1375037" cy="7631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Render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FEB213-9D0E-B1FE-6FB0-F773963F7D70}"/>
              </a:ext>
            </a:extLst>
          </p:cNvPr>
          <p:cNvGrpSpPr/>
          <p:nvPr/>
        </p:nvGrpSpPr>
        <p:grpSpPr>
          <a:xfrm>
            <a:off x="3953230" y="1405116"/>
            <a:ext cx="1375037" cy="763144"/>
            <a:chOff x="3953230" y="1405116"/>
            <a:chExt cx="1375037" cy="7631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541B5C-A0BD-A36E-3C2B-A900BAB5A378}"/>
                </a:ext>
              </a:extLst>
            </p:cNvPr>
            <p:cNvSpPr/>
            <p:nvPr/>
          </p:nvSpPr>
          <p:spPr>
            <a:xfrm>
              <a:off x="3953230" y="1405116"/>
              <a:ext cx="1375037" cy="34376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parse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C37FA6-85A6-9CA7-8B74-94B4427EC5A4}"/>
                </a:ext>
              </a:extLst>
            </p:cNvPr>
            <p:cNvSpPr/>
            <p:nvPr/>
          </p:nvSpPr>
          <p:spPr>
            <a:xfrm>
              <a:off x="3953230" y="1810752"/>
              <a:ext cx="1375037" cy="35750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resolve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043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CA8F5-EE5E-86A1-A7D7-6600F1CB4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726" y="1124764"/>
            <a:ext cx="3549587" cy="271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1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Reed</dc:creator>
  <cp:lastModifiedBy>Dave Reed</cp:lastModifiedBy>
  <cp:revision>2</cp:revision>
  <dcterms:created xsi:type="dcterms:W3CDTF">2026-03-01T13:44:50Z</dcterms:created>
  <dcterms:modified xsi:type="dcterms:W3CDTF">2026-03-01T14:57:32Z</dcterms:modified>
</cp:coreProperties>
</file>